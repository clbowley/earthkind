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efc2b850b4416f" /><Relationship Type="http://schemas.openxmlformats.org/officeDocument/2006/relationships/extended-properties" Target="/docProps/app.xml" Id="R5541e410f9bb4b1a" /><Relationship Type="http://schemas.openxmlformats.org/officeDocument/2006/relationships/officeDocument" Target="/ppt/presentation.xml" Id="R9c3e07b6620d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585fdaadcc444d"/>
  </p:sldMasterIdLst>
  <p:notesMasterIdLst>
    <p:notesMasterId xmlns:r="http://schemas.openxmlformats.org/officeDocument/2006/relationships" r:id="Rc7a8e18957544673"/>
  </p:notesMasterIdLst>
  <p:sldIdLst>
    <p:sldId xmlns:r="http://schemas.openxmlformats.org/officeDocument/2006/relationships" id="256" r:id="R98df43f202034ebf"/>
    <p:sldId xmlns:r="http://schemas.openxmlformats.org/officeDocument/2006/relationships" id="257" r:id="Rf1aa98b3ae314f4f"/>
    <p:sldId xmlns:r="http://schemas.openxmlformats.org/officeDocument/2006/relationships" id="258" r:id="R8ee825cf32ec4ab6"/>
    <p:sldId xmlns:r="http://schemas.openxmlformats.org/officeDocument/2006/relationships" id="259" r:id="R64baca60abb643f2"/>
    <p:sldId xmlns:r="http://schemas.openxmlformats.org/officeDocument/2006/relationships" id="260" r:id="R6a54da67895548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f55281b6ab428d" /><Relationship Type="http://schemas.openxmlformats.org/officeDocument/2006/relationships/slideMaster" Target="/ppt/slideMasters/slideMaster1.xml" Id="R46585fdaadcc444d" /><Relationship Type="http://schemas.openxmlformats.org/officeDocument/2006/relationships/notesMaster" Target="/ppt/notesMasters/notesMaster1.xml" Id="Rc7a8e18957544673" /><Relationship Type="http://schemas.openxmlformats.org/officeDocument/2006/relationships/presProps" Target="/ppt/presProps.xml" Id="R185e51285ba44343" /><Relationship Type="http://schemas.openxmlformats.org/officeDocument/2006/relationships/tableStyles" Target="/ppt/tableStyles.xml" Id="R765db60605964aaa" /><Relationship Type="http://schemas.openxmlformats.org/officeDocument/2006/relationships/slide" Target="/ppt/slides/slide1.xml" Id="R98df43f202034ebf" /><Relationship Type="http://schemas.openxmlformats.org/officeDocument/2006/relationships/slide" Target="/ppt/slides/slide2.xml" Id="Rf1aa98b3ae314f4f" /><Relationship Type="http://schemas.openxmlformats.org/officeDocument/2006/relationships/slide" Target="/ppt/slides/slide3.xml" Id="R8ee825cf32ec4ab6" /><Relationship Type="http://schemas.openxmlformats.org/officeDocument/2006/relationships/slide" Target="/ppt/slides/slide4.xml" Id="R64baca60abb643f2" /><Relationship Type="http://schemas.openxmlformats.org/officeDocument/2006/relationships/slide" Target="/ppt/slides/slide5.xml" Id="R6a54da67895548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e6ca25503845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07962e5c8d4a55" /><Relationship Type="http://schemas.openxmlformats.org/officeDocument/2006/relationships/notesMaster" Target="/ppt/notesMasters/notesMaster1.xml" Id="Rf0955f35abe147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be4b1aa36844cb" /><Relationship Type="http://schemas.openxmlformats.org/officeDocument/2006/relationships/notesMaster" Target="/ppt/notesMasters/notesMaster1.xml" Id="R0e87b17706e649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b0b50c67de4daf" /><Relationship Type="http://schemas.openxmlformats.org/officeDocument/2006/relationships/notesMaster" Target="/ppt/notesMasters/notesMaster1.xml" Id="R62871d03edfa46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4ac2fe99874f03" /><Relationship Type="http://schemas.openxmlformats.org/officeDocument/2006/relationships/notesMaster" Target="/ppt/notesMasters/notesMaster1.xml" Id="R83446f2e5fce43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182f79c7de4b32" /><Relationship Type="http://schemas.openxmlformats.org/officeDocument/2006/relationships/notesMaster" Target="/ppt/notesMasters/notesMaster1.xml" Id="Rd38968640ef1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public design sample. Names, figures, and contact details are illustrative. Brand source: https://github.com/clbowley/Earthkind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public design sample. Names, figures, and contact details are illustrative. Brand source: https://github.com/clbowley/Earthkind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public design sample. Names, figures, and contact details are illustrative. Brand source: https://github.com/clbowley/Earthkind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public design sample. Names, figures, and contact details are illustrative. Brand source: https://github.com/clbowley/Earthkind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public design sample. Names, figures, and contact details are illustrative. Brand source: https://github.com/clbowley/Earthkind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40acfebbf48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135e88f6949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0994598924c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9c4bd1a4e43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95aedc62e49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0732021b949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F07B00-75F1-4CCB-86D5-F0CA5BB2B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E8BC34-375F-45F6-B30D-B4AFC32AD8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627B7E-DF94-4881-8E52-CFD93F747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7F1937-4A42-4B58-AA7C-24D2D39D8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A34F08-A12C-4C03-BC87-6AB924909A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6025CF-8B3C-4F9F-ABE5-F867AA5BE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A9A8C3-ECA2-4900-9FFE-CFC4487B9C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A1E32A-C6C4-412D-9BAD-7ED9FBA770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9333E-2163-4222-92E8-9FEF79C88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4084F6-2901-4FBD-AEF9-270AC55312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46a732eeff4b03" /><Relationship Type="http://schemas.openxmlformats.org/officeDocument/2006/relationships/slideLayout" Target="/ppt/slideLayouts/slideLayout1.xml" Id="R1c778a2e3f4a4b85" /><Relationship Type="http://schemas.openxmlformats.org/officeDocument/2006/relationships/slideLayout" Target="/ppt/slideLayouts/slideLayout2.xml" Id="Rbe1d3dd0b38d4232" /><Relationship Type="http://schemas.openxmlformats.org/officeDocument/2006/relationships/slideLayout" Target="/ppt/slideLayouts/slideLayout3.xml" Id="R17e4fddff796449c" /><Relationship Type="http://schemas.openxmlformats.org/officeDocument/2006/relationships/slideLayout" Target="/ppt/slideLayouts/slideLayout4.xml" Id="Re5898e16ae5c4551" /><Relationship Type="http://schemas.openxmlformats.org/officeDocument/2006/relationships/slideLayout" Target="/ppt/slideLayouts/slideLayout5.xml" Id="Rd90f2530ff104bff" /><Relationship Type="http://schemas.openxmlformats.org/officeDocument/2006/relationships/slideLayout" Target="/ppt/slideLayouts/slideLayout6.xml" Id="R0f8e2c2b8da7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778a2e3f4a4b85"/>
    <p:sldLayoutId xmlns:r="http://schemas.openxmlformats.org/officeDocument/2006/relationships" id="2147483650" r:id="Rbe1d3dd0b38d4232"/>
    <p:sldLayoutId xmlns:r="http://schemas.openxmlformats.org/officeDocument/2006/relationships" id="2147483651" r:id="R17e4fddff796449c"/>
    <p:sldLayoutId xmlns:r="http://schemas.openxmlformats.org/officeDocument/2006/relationships" id="2147483652" r:id="Re5898e16ae5c4551"/>
    <p:sldLayoutId xmlns:r="http://schemas.openxmlformats.org/officeDocument/2006/relationships" id="2147483653" r:id="Rd90f2530ff104bff"/>
    <p:sldLayoutId xmlns:r="http://schemas.openxmlformats.org/officeDocument/2006/relationships" id="2147483654" r:id="R0f8e2c2b8da7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07c81f10c4817" /><Relationship Type="http://schemas.openxmlformats.org/officeDocument/2006/relationships/image" Target="/ppt/media/image.png" Id="Rd3b47e68089f4811" /><Relationship Type="http://schemas.openxmlformats.org/officeDocument/2006/relationships/notesSlide" Target="/ppt/notesSlides/notesSlide1.xml" Id="R7f4b6305d8384a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1e581db064c98" /><Relationship Type="http://schemas.openxmlformats.org/officeDocument/2006/relationships/image" Target="/ppt/media/image2.png" Id="Rb23e2f3efc8d4e69" /><Relationship Type="http://schemas.openxmlformats.org/officeDocument/2006/relationships/image" Target="/ppt/media/image3.png" Id="Rfad66250f5de40cf" /><Relationship Type="http://schemas.openxmlformats.org/officeDocument/2006/relationships/notesSlide" Target="/ppt/notesSlides/notesSlide2.xml" Id="R08c4a507b88645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84d7134594cfd" /><Relationship Type="http://schemas.openxmlformats.org/officeDocument/2006/relationships/image" Target="/ppt/media/image4.png" Id="Re8019b9d30484803" /><Relationship Type="http://schemas.openxmlformats.org/officeDocument/2006/relationships/notesSlide" Target="/ppt/notesSlides/notesSlide3.xml" Id="R05c4b409007242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1316982b64f18" /><Relationship Type="http://schemas.openxmlformats.org/officeDocument/2006/relationships/image" Target="/ppt/media/image5.png" Id="Radac4c78bf2c46f5" /><Relationship Type="http://schemas.openxmlformats.org/officeDocument/2006/relationships/image" Target="/ppt/media/image6.png" Id="Rc9c24f4291184250" /><Relationship Type="http://schemas.openxmlformats.org/officeDocument/2006/relationships/notesSlide" Target="/ppt/notesSlides/notesSlide4.xml" Id="R9c93d20f136849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3bd33713149ac" /><Relationship Type="http://schemas.openxmlformats.org/officeDocument/2006/relationships/image" Target="/ppt/media/image7.png" Id="Rce5869f719c44df5" /><Relationship Type="http://schemas.openxmlformats.org/officeDocument/2006/relationships/image" Target="/ppt/media/image8.png" Id="Raf28625419e44411" /><Relationship Type="http://schemas.openxmlformats.org/officeDocument/2006/relationships/hyperlink" Target="mailto:hello@example.org" TargetMode="External" Id="Rf9cec3b5bf5c41c3" /><Relationship Type="http://schemas.openxmlformats.org/officeDocument/2006/relationships/notesSlide" Target="/ppt/notesSlides/notesSlide5.xml" Id="Rbff55d71a2744c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1E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12199-0B29-4DFD-A817-2319A4AD53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47e68089f4811"/>
          <a:stretch xmlns:a="http://schemas.openxmlformats.org/drawingml/2006/main"/>
        </p:blipFill>
        <p:spPr>
          <a:xfrm xmlns:a="http://schemas.openxmlformats.org/drawingml/2006/main">
            <a:off x="812800" y="609660"/>
            <a:ext cx="3429000" cy="1235589"/>
          </a:xfrm>
          <a:prstGeom xmlns:a="http://schemas.openxmlformats.org/drawingml/2006/main" prst="rect">
            <a:avLst/>
          </a:prstGeom>
        </p:spPr>
      </p:pic>
      <p:sp>
        <p:nvSpPr>
          <p:cNvPr id="2" name="sample-1-2">
            <a:extLst xmlns:a="http://schemas.openxmlformats.org/drawingml/2006/main">
              <a:ext uri="{FF2B5EF4-FFF2-40B4-BE49-F238E27FC236}">
                <a16:creationId xmlns:a16="http://schemas.microsoft.com/office/drawing/2014/main" id="{37009F1A-5AF3-4CFF-80BA-1462FB24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57500"/>
            <a:ext cx="8890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defPPr>
            <a:lvl1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1pPr>
            <a:lvl2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2pPr>
            <a:lvl3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3pPr>
            <a:lvl4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4pPr>
            <a:lvl5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5pPr>
            <a:lvl6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6pPr>
            <a:lvl7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7pPr>
            <a:lvl8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8pPr>
            <a:lvl9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4800" b="0">
                <a:solidFill>
                  <a:srgbClr val="FFFFFF"/>
                </a:solidFill>
                <a:latin typeface="Sen"/>
                <a:ea typeface="Sen"/>
                <a:cs typeface="Sen"/>
              </a:rPr>
              <a:t>A shared place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4800" b="0">
                <a:solidFill>
                  <a:srgbClr val="FFFFFF"/>
                </a:solidFill>
                <a:latin typeface="Sen"/>
                <a:ea typeface="Sen"/>
                <a:cs typeface="Sen"/>
              </a:rPr>
              <a:t>to begin</a:t>
            </a:r>
          </a:p>
        </p:txBody>
      </p:sp>
      <p:sp>
        <p:nvSpPr>
          <p:cNvPr id="3" name="sample-1-3">
            <a:extLst xmlns:a="http://schemas.openxmlformats.org/drawingml/2006/main">
              <a:ext uri="{FF2B5EF4-FFF2-40B4-BE49-F238E27FC236}">
                <a16:creationId xmlns:a16="http://schemas.microsoft.com/office/drawing/2014/main" id="{F1C613E7-B207-4A09-9A7F-8FF47A9E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6355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34A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sample-1-4">
            <a:extLst xmlns:a="http://schemas.openxmlformats.org/drawingml/2006/main">
              <a:ext uri="{FF2B5EF4-FFF2-40B4-BE49-F238E27FC236}">
                <a16:creationId xmlns:a16="http://schemas.microsoft.com/office/drawing/2014/main" id="{7506C73F-9239-45DE-8C0F-C80EE710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016500"/>
            <a:ext cx="9398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defPPr>
            <a:lvl1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1pPr>
            <a:lvl2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2pPr>
            <a:lvl3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3pPr>
            <a:lvl4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4pPr>
            <a:lvl5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5pPr>
            <a:lvl6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6pPr>
            <a:lvl7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7pPr>
            <a:lvl8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8pPr>
            <a:lvl9pPr algn="l"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pPr>
            <a:r>
              <a:rPr sz="2200" b="0">
                <a:solidFill>
                  <a:srgbClr val="DED8B8"/>
                </a:solidFill>
                <a:latin typeface="Inter"/>
                <a:ea typeface="Inter"/>
                <a:cs typeface="Inter"/>
              </a:rPr>
              <a:t>Public design examples</a:t>
            </a:r>
          </a:p>
        </p:txBody>
      </p:sp>
      <p:sp>
        <p:nvSpPr>
          <p:cNvPr id="5" name="sample-1-5">
            <a:extLst xmlns:a="http://schemas.openxmlformats.org/drawingml/2006/main">
              <a:ext uri="{FF2B5EF4-FFF2-40B4-BE49-F238E27FC236}">
                <a16:creationId xmlns:a16="http://schemas.microsoft.com/office/drawing/2014/main" id="{D5FFC067-35BC-4895-BDB4-402C161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689600"/>
            <a:ext cx="1016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defPPr>
            <a:lvl1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1pPr>
            <a:lvl2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2pPr>
            <a:lvl3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3pPr>
            <a:lvl4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4pPr>
            <a:lvl5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5pPr>
            <a:lvl6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6pPr>
            <a:lvl7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7pPr>
            <a:lvl8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8pPr>
            <a:lvl9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DED8B8"/>
                </a:solidFill>
                <a:latin typeface="Inter"/>
                <a:ea typeface="Inter"/>
                <a:cs typeface="Inter"/>
              </a:rPr>
              <a:t>Fictional project, people, and figures throughout</a:t>
            </a:r>
          </a:p>
        </p:txBody>
      </p:sp>
    </p:spTree>
    <p:extLst>
      <p:ext uri="{BB962C8B-B14F-4D97-AF65-F5344CB8AC3E}">
        <p14:creationId xmlns:p14="http://schemas.microsoft.com/office/powerpoint/2010/main" val="1144449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F1E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C9FD5-0091-490B-8373-42E365FDB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e2f3efc8d4e69"/>
          <a:stretch xmlns:a="http://schemas.openxmlformats.org/drawingml/2006/main"/>
        </p:blipFill>
        <p:spPr>
          <a:xfrm xmlns:a="http://schemas.openxmlformats.org/drawingml/2006/main">
            <a:off x="6754958" y="1617980"/>
            <a:ext cx="7394285" cy="7759700"/>
          </a:xfrm>
          <a:prstGeom xmlns:a="http://schemas.openxmlformats.org/drawingml/2006/main" prst="rect">
            <a:avLst/>
          </a:prstGeom>
        </p:spPr>
      </p:pic>
      <p:sp>
        <p:nvSpPr>
          <p:cNvPr id="2" name="sample-2-2">
            <a:extLst xmlns:a="http://schemas.openxmlformats.org/drawingml/2006/main">
              <a:ext uri="{FF2B5EF4-FFF2-40B4-BE49-F238E27FC236}">
                <a16:creationId xmlns:a16="http://schemas.microsoft.com/office/drawing/2014/main" id="{4DA8FFB9-65A7-4C8D-827F-55A291BD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sample-2-3">
            <a:extLst xmlns:a="http://schemas.openxmlformats.org/drawingml/2006/main">
              <a:ext uri="{FF2B5EF4-FFF2-40B4-BE49-F238E27FC236}">
                <a16:creationId xmlns:a16="http://schemas.microsoft.com/office/drawing/2014/main" id="{0DF1FE6A-8734-4948-AF05-AF6BC12C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defPPr>
            <a:lvl1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1pPr>
            <a:lvl2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2pPr>
            <a:lvl3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3pPr>
            <a:lvl4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4pPr>
            <a:lvl5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5pPr>
            <a:lvl6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6pPr>
            <a:lvl7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7pPr>
            <a:lvl8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8pPr>
            <a:lvl9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3600" b="0">
                <a:solidFill>
                  <a:srgbClr val="FFFFFF"/>
                </a:solidFill>
                <a:latin typeface="Sen"/>
                <a:ea typeface="Sen"/>
                <a:cs typeface="Sen"/>
              </a:rPr>
              <a:t>A neighborhood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3600" b="0">
                <a:solidFill>
                  <a:srgbClr val="FFFFFF"/>
                </a:solidFill>
                <a:latin typeface="Sen"/>
                <a:ea typeface="Sen"/>
                <a:cs typeface="Sen"/>
              </a:rPr>
              <a:t>learning together</a:t>
            </a:r>
          </a:p>
        </p:txBody>
      </p:sp>
      <p:sp>
        <p:nvSpPr>
          <p:cNvPr id="4" name="sample-2-4">
            <a:extLst xmlns:a="http://schemas.openxmlformats.org/drawingml/2006/main">
              <a:ext uri="{FF2B5EF4-FFF2-40B4-BE49-F238E27FC236}">
                <a16:creationId xmlns:a16="http://schemas.microsoft.com/office/drawing/2014/main" id="{064901BE-E932-49E5-9DEF-5A410527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8542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34A">
              <a:alpha val="100000"/>
            </a:srgbClr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C57E9-B94E-4E42-9A11-EB37EE94E2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66250f5de40cf"/>
          <a:stretch xmlns:a="http://schemas.openxmlformats.org/drawingml/2006/main"/>
        </p:blipFill>
        <p:spPr>
          <a:xfrm xmlns:a="http://schemas.openxmlformats.org/drawingml/2006/main">
            <a:off x="11172025" y="368821"/>
            <a:ext cx="662927" cy="662927"/>
          </a:xfrm>
          <a:prstGeom xmlns:a="http://schemas.openxmlformats.org/drawingml/2006/main" prst="rect">
            <a:avLst/>
          </a:prstGeom>
        </p:spPr>
      </p:pic>
      <p:sp>
        <p:nvSpPr>
          <p:cNvPr id="6" name="sample-2-6">
            <a:extLst xmlns:a="http://schemas.openxmlformats.org/drawingml/2006/main">
              <a:ext uri="{FF2B5EF4-FFF2-40B4-BE49-F238E27FC236}">
                <a16:creationId xmlns:a16="http://schemas.microsoft.com/office/drawing/2014/main" id="{622D95F6-BA55-42B8-9F37-2C9DBA8A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349500"/>
            <a:ext cx="5778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 fictional garden project gives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residents a place to share skills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and explore what they can grow.</a:t>
            </a:r>
          </a:p>
        </p:txBody>
      </p:sp>
      <p:sp>
        <p:nvSpPr>
          <p:cNvPr id="7" name="sample-2-7">
            <a:extLst xmlns:a="http://schemas.openxmlformats.org/drawingml/2006/main">
              <a:ext uri="{FF2B5EF4-FFF2-40B4-BE49-F238E27FC236}">
                <a16:creationId xmlns:a16="http://schemas.microsoft.com/office/drawing/2014/main" id="{B390674D-51A4-4B9B-BF8E-733E042E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873500"/>
            <a:ext cx="577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Work begins with an open workshop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and a small planting area.</a:t>
            </a:r>
          </a:p>
        </p:txBody>
      </p:sp>
      <p:sp>
        <p:nvSpPr>
          <p:cNvPr id="8" name="sample-2-8">
            <a:extLst xmlns:a="http://schemas.openxmlformats.org/drawingml/2006/main">
              <a:ext uri="{FF2B5EF4-FFF2-40B4-BE49-F238E27FC236}">
                <a16:creationId xmlns:a16="http://schemas.microsoft.com/office/drawing/2014/main" id="{8FA2E765-68C4-44C2-8CB7-2648752B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143500"/>
            <a:ext cx="558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defPPr>
            <a:lvl1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1pPr>
            <a:lvl2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2pPr>
            <a:lvl3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3pPr>
            <a:lvl4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4pPr>
            <a:lvl5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5pPr>
            <a:lvl6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6pPr>
            <a:lvl7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7pPr>
            <a:lvl8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8pPr>
            <a:lvl9pPr algn="l"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pPr>
            <a:r>
              <a:rPr sz="2800" b="0">
                <a:solidFill>
                  <a:srgbClr val="DED8B8"/>
                </a:solidFill>
                <a:latin typeface="Sen"/>
                <a:ea typeface="Sen"/>
                <a:cs typeface="Sen"/>
              </a:rPr>
              <a:t>Small beginnings,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800" b="0">
                <a:solidFill>
                  <a:srgbClr val="DED8B8"/>
                </a:solidFill>
                <a:latin typeface="Sen"/>
                <a:ea typeface="Sen"/>
                <a:cs typeface="Sen"/>
              </a:defRPr>
            </a:pPr>
            <a:r>
              <a:rPr sz="2800" b="0">
                <a:solidFill>
                  <a:srgbClr val="DED8B8"/>
                </a:solidFill>
                <a:latin typeface="Sen"/>
                <a:ea typeface="Sen"/>
                <a:cs typeface="Sen"/>
              </a:rPr>
              <a:t>room to grow</a:t>
            </a:r>
          </a:p>
        </p:txBody>
      </p:sp>
      <p:sp>
        <p:nvSpPr>
          <p:cNvPr id="9" name="sample-2-9">
            <a:extLst xmlns:a="http://schemas.openxmlformats.org/drawingml/2006/main">
              <a:ext uri="{FF2B5EF4-FFF2-40B4-BE49-F238E27FC236}">
                <a16:creationId xmlns:a16="http://schemas.microsoft.com/office/drawing/2014/main" id="{9D8CD581-06B5-4289-B76D-DC910C0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88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4984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6478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ample-3-1">
            <a:extLst xmlns:a="http://schemas.openxmlformats.org/drawingml/2006/main">
              <a:ext uri="{FF2B5EF4-FFF2-40B4-BE49-F238E27FC236}">
                <a16:creationId xmlns:a16="http://schemas.microsoft.com/office/drawing/2014/main" id="{E9C53BFC-44FE-4865-9D23-69E2BF99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11200"/>
            <a:ext cx="10033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defPPr>
            <a:lvl1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1pPr>
            <a:lvl2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2pPr>
            <a:lvl3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3pPr>
            <a:lvl4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4pPr>
            <a:lvl5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5pPr>
            <a:lvl6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6pPr>
            <a:lvl7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7pPr>
            <a:lvl8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8pPr>
            <a:lvl9pPr algn="l"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6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3600" b="0">
                <a:solidFill>
                  <a:srgbClr val="FFFFFF"/>
                </a:solidFill>
                <a:latin typeface="Sen"/>
                <a:ea typeface="Sen"/>
                <a:cs typeface="Sen"/>
              </a:rPr>
              <a:t>Three ways to take part</a:t>
            </a:r>
          </a:p>
        </p:txBody>
      </p:sp>
      <p:sp>
        <p:nvSpPr>
          <p:cNvPr id="2" name="sample-3-2">
            <a:extLst xmlns:a="http://schemas.openxmlformats.org/drawingml/2006/main">
              <a:ext uri="{FF2B5EF4-FFF2-40B4-BE49-F238E27FC236}">
                <a16:creationId xmlns:a16="http://schemas.microsoft.com/office/drawing/2014/main" id="{C58B12F6-2CA7-4185-9318-BC9D6B55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4478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34A">
              <a:alpha val="100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B597-28C7-43D7-A70F-08C4CEF1C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19b9d30484803"/>
          <a:stretch xmlns:a="http://schemas.openxmlformats.org/drawingml/2006/main"/>
        </p:blipFill>
        <p:spPr>
          <a:xfrm xmlns:a="http://schemas.openxmlformats.org/drawingml/2006/main">
            <a:off x="11172025" y="368821"/>
            <a:ext cx="662927" cy="662927"/>
          </a:xfrm>
          <a:prstGeom xmlns:a="http://schemas.openxmlformats.org/drawingml/2006/main" prst="rect">
            <a:avLst/>
          </a:prstGeom>
        </p:spPr>
      </p:pic>
      <p:sp>
        <p:nvSpPr>
          <p:cNvPr id="4" name="sample-3-4">
            <a:extLst xmlns:a="http://schemas.openxmlformats.org/drawingml/2006/main">
              <a:ext uri="{FF2B5EF4-FFF2-40B4-BE49-F238E27FC236}">
                <a16:creationId xmlns:a16="http://schemas.microsoft.com/office/drawing/2014/main" id="{ADF5A9D3-D1E4-4788-A059-8E0141A5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33600"/>
            <a:ext cx="3352800" cy="36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DE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sample-3-5">
            <a:extLst xmlns:a="http://schemas.openxmlformats.org/drawingml/2006/main">
              <a:ext uri="{FF2B5EF4-FFF2-40B4-BE49-F238E27FC236}">
                <a16:creationId xmlns:a16="http://schemas.microsoft.com/office/drawing/2014/main" id="{3BF0536F-7EDB-4A55-8B1C-47CE5122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3000"/>
            <a:ext cx="2844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defPPr>
            <a:lvl1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1pPr>
            <a:lvl2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2pPr>
            <a:lvl3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3pPr>
            <a:lvl4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4pPr>
            <a:lvl5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5pPr>
            <a:lvl6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6pPr>
            <a:lvl7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7pPr>
            <a:lvl8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8pPr>
            <a:lvl9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pPr>
            <a:r>
              <a:rPr sz="1200" b="1">
                <a:solidFill>
                  <a:srgbClr val="647855"/>
                </a:solidFill>
                <a:latin typeface="Sen"/>
                <a:ea typeface="Sen"/>
                <a:cs typeface="Sen"/>
              </a:rPr>
              <a:t>LEARN</a:t>
            </a:r>
          </a:p>
        </p:txBody>
      </p:sp>
      <p:sp>
        <p:nvSpPr>
          <p:cNvPr id="6" name="sample-3-6">
            <a:extLst xmlns:a="http://schemas.openxmlformats.org/drawingml/2006/main">
              <a:ext uri="{FF2B5EF4-FFF2-40B4-BE49-F238E27FC236}">
                <a16:creationId xmlns:a16="http://schemas.microsoft.com/office/drawing/2014/main" id="{980C295A-9CCF-46C1-89EB-CE4519CA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1000"/>
            <a:ext cx="28448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defPPr>
            <a:lvl1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1pPr>
            <a:lvl2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2pPr>
            <a:lvl3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3pPr>
            <a:lvl4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4pPr>
            <a:lvl5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5pPr>
            <a:lvl6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6pPr>
            <a:lvl7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7pPr>
            <a:lvl8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8pPr>
            <a:lvl9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pPr>
            <a:r>
              <a:rPr sz="2200" b="0">
                <a:solidFill>
                  <a:srgbClr val="5E5D5A"/>
                </a:solidFill>
                <a:latin typeface="Sen"/>
                <a:ea typeface="Sen"/>
                <a:cs typeface="Sen"/>
              </a:rPr>
              <a:t>Shared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pPr>
            <a:r>
              <a:rPr sz="2200" b="0">
                <a:solidFill>
                  <a:srgbClr val="5E5D5A"/>
                </a:solidFill>
                <a:latin typeface="Sen"/>
                <a:ea typeface="Sen"/>
                <a:cs typeface="Sen"/>
              </a:rPr>
              <a:t>workshops</a:t>
            </a:r>
          </a:p>
        </p:txBody>
      </p:sp>
      <p:sp>
        <p:nvSpPr>
          <p:cNvPr id="7" name="sample-3-7">
            <a:extLst xmlns:a="http://schemas.openxmlformats.org/drawingml/2006/main">
              <a:ext uri="{FF2B5EF4-FFF2-40B4-BE49-F238E27FC236}">
                <a16:creationId xmlns:a16="http://schemas.microsoft.com/office/drawing/2014/main" id="{DB9AA1C9-6FF6-4EFA-A8B5-E8B7DD0B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84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defPPr>
            <a:lvl1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1pPr>
            <a:lvl2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2pPr>
            <a:lvl3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3pPr>
            <a:lvl4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4pPr>
            <a:lvl5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5pPr>
            <a:lvl6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6pPr>
            <a:lvl7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7pPr>
            <a:lvl8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8pPr>
            <a:lvl9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Bring a question.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Try a new skill.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Learn from a neighbor.</a:t>
            </a:r>
          </a:p>
        </p:txBody>
      </p:sp>
      <p:sp>
        <p:nvSpPr>
          <p:cNvPr id="8" name="sample-3-8">
            <a:extLst xmlns:a="http://schemas.openxmlformats.org/drawingml/2006/main">
              <a:ext uri="{FF2B5EF4-FFF2-40B4-BE49-F238E27FC236}">
                <a16:creationId xmlns:a16="http://schemas.microsoft.com/office/drawing/2014/main" id="{58E50A08-B4ED-4634-9DAA-4099C081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52800" cy="36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DE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sample-3-9">
            <a:extLst xmlns:a="http://schemas.openxmlformats.org/drawingml/2006/main">
              <a:ext uri="{FF2B5EF4-FFF2-40B4-BE49-F238E27FC236}">
                <a16:creationId xmlns:a16="http://schemas.microsoft.com/office/drawing/2014/main" id="{696100A3-7D53-44AB-82F8-7A221BA2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413000"/>
            <a:ext cx="2844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defPPr>
            <a:lvl1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1pPr>
            <a:lvl2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2pPr>
            <a:lvl3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3pPr>
            <a:lvl4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4pPr>
            <a:lvl5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5pPr>
            <a:lvl6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6pPr>
            <a:lvl7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7pPr>
            <a:lvl8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8pPr>
            <a:lvl9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pPr>
            <a:r>
              <a:rPr sz="1200" b="1">
                <a:solidFill>
                  <a:srgbClr val="647855"/>
                </a:solidFill>
                <a:latin typeface="Sen"/>
                <a:ea typeface="Sen"/>
                <a:cs typeface="Sen"/>
              </a:rPr>
              <a:t>GROW</a:t>
            </a:r>
          </a:p>
        </p:txBody>
      </p:sp>
      <p:sp>
        <p:nvSpPr>
          <p:cNvPr id="10" name="sample-3-10">
            <a:extLst xmlns:a="http://schemas.openxmlformats.org/drawingml/2006/main">
              <a:ext uri="{FF2B5EF4-FFF2-40B4-BE49-F238E27FC236}">
                <a16:creationId xmlns:a16="http://schemas.microsoft.com/office/drawing/2014/main" id="{07C0D715-D1E3-4549-AD9B-8062F09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921000"/>
            <a:ext cx="28448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defPPr>
            <a:lvl1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1pPr>
            <a:lvl2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2pPr>
            <a:lvl3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3pPr>
            <a:lvl4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4pPr>
            <a:lvl5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5pPr>
            <a:lvl6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6pPr>
            <a:lvl7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7pPr>
            <a:lvl8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8pPr>
            <a:lvl9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pPr>
            <a:r>
              <a:rPr sz="2200" b="0">
                <a:solidFill>
                  <a:srgbClr val="5E5D5A"/>
                </a:solidFill>
                <a:latin typeface="Sen"/>
                <a:ea typeface="Sen"/>
                <a:cs typeface="Sen"/>
              </a:rPr>
              <a:t>A garden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pPr>
            <a:r>
              <a:rPr sz="2200" b="0">
                <a:solidFill>
                  <a:srgbClr val="5E5D5A"/>
                </a:solidFill>
                <a:latin typeface="Sen"/>
                <a:ea typeface="Sen"/>
                <a:cs typeface="Sen"/>
              </a:rPr>
              <a:t>in common</a:t>
            </a:r>
          </a:p>
        </p:txBody>
      </p:sp>
      <p:sp>
        <p:nvSpPr>
          <p:cNvPr id="11" name="sample-3-11">
            <a:extLst xmlns:a="http://schemas.openxmlformats.org/drawingml/2006/main">
              <a:ext uri="{FF2B5EF4-FFF2-40B4-BE49-F238E27FC236}">
                <a16:creationId xmlns:a16="http://schemas.microsoft.com/office/drawing/2014/main" id="{00E95798-8C84-4C07-9ECD-742069FC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4114800"/>
            <a:ext cx="284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defPPr>
            <a:lvl1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1pPr>
            <a:lvl2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2pPr>
            <a:lvl3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3pPr>
            <a:lvl4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4pPr>
            <a:lvl5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5pPr>
            <a:lvl6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6pPr>
            <a:lvl7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7pPr>
            <a:lvl8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8pPr>
            <a:lvl9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Choose a small plot.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Plan what to plant.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Share the harvest.</a:t>
            </a:r>
          </a:p>
        </p:txBody>
      </p:sp>
      <p:sp>
        <p:nvSpPr>
          <p:cNvPr id="12" name="sample-3-12">
            <a:extLst xmlns:a="http://schemas.openxmlformats.org/drawingml/2006/main">
              <a:ext uri="{FF2B5EF4-FFF2-40B4-BE49-F238E27FC236}">
                <a16:creationId xmlns:a16="http://schemas.microsoft.com/office/drawing/2014/main" id="{EC1EC518-EBFC-4DE0-80E2-AAB446DC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133600"/>
            <a:ext cx="3352800" cy="36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DE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13" name="sample-3-13">
            <a:extLst xmlns:a="http://schemas.openxmlformats.org/drawingml/2006/main">
              <a:ext uri="{FF2B5EF4-FFF2-40B4-BE49-F238E27FC236}">
                <a16:creationId xmlns:a16="http://schemas.microsoft.com/office/drawing/2014/main" id="{3E0874AC-F727-401F-991F-69F9A858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413000"/>
            <a:ext cx="2844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defPPr>
            <a:lvl1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1pPr>
            <a:lvl2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2pPr>
            <a:lvl3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3pPr>
            <a:lvl4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4pPr>
            <a:lvl5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5pPr>
            <a:lvl6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6pPr>
            <a:lvl7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7pPr>
            <a:lvl8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8pPr>
            <a:lvl9pPr algn="l"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647855"/>
                </a:solidFill>
                <a:latin typeface="Sen"/>
                <a:ea typeface="Sen"/>
                <a:cs typeface="Sen"/>
              </a:defRPr>
            </a:pPr>
            <a:r>
              <a:rPr sz="1200" b="1">
                <a:solidFill>
                  <a:srgbClr val="647855"/>
                </a:solidFill>
                <a:latin typeface="Sen"/>
                <a:ea typeface="Sen"/>
                <a:cs typeface="Sen"/>
              </a:rPr>
              <a:t>CONNECT</a:t>
            </a:r>
          </a:p>
        </p:txBody>
      </p:sp>
      <p:sp>
        <p:nvSpPr>
          <p:cNvPr id="14" name="sample-3-14">
            <a:extLst xmlns:a="http://schemas.openxmlformats.org/drawingml/2006/main">
              <a:ext uri="{FF2B5EF4-FFF2-40B4-BE49-F238E27FC236}">
                <a16:creationId xmlns:a16="http://schemas.microsoft.com/office/drawing/2014/main" id="{14841480-E5EA-44C0-9D3C-4F479A1D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921000"/>
            <a:ext cx="28448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defPPr>
            <a:lvl1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1pPr>
            <a:lvl2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2pPr>
            <a:lvl3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3pPr>
            <a:lvl4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4pPr>
            <a:lvl5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5pPr>
            <a:lvl6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6pPr>
            <a:lvl7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7pPr>
            <a:lvl8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8pPr>
            <a:lvl9pPr algn="l"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pPr>
            <a:r>
              <a:rPr sz="2200" b="0">
                <a:solidFill>
                  <a:srgbClr val="5E5D5A"/>
                </a:solidFill>
                <a:latin typeface="Sen"/>
                <a:ea typeface="Sen"/>
                <a:cs typeface="Sen"/>
              </a:rPr>
              <a:t>A place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200" b="0">
                <a:solidFill>
                  <a:srgbClr val="5E5D5A"/>
                </a:solidFill>
                <a:latin typeface="Sen"/>
                <a:ea typeface="Sen"/>
                <a:cs typeface="Sen"/>
              </a:defRPr>
            </a:pPr>
            <a:r>
              <a:rPr sz="2200" b="0">
                <a:solidFill>
                  <a:srgbClr val="5E5D5A"/>
                </a:solidFill>
                <a:latin typeface="Sen"/>
                <a:ea typeface="Sen"/>
                <a:cs typeface="Sen"/>
              </a:rPr>
              <a:t>to gather</a:t>
            </a:r>
          </a:p>
        </p:txBody>
      </p:sp>
      <p:sp>
        <p:nvSpPr>
          <p:cNvPr id="15" name="sample-3-15">
            <a:extLst xmlns:a="http://schemas.openxmlformats.org/drawingml/2006/main">
              <a:ext uri="{FF2B5EF4-FFF2-40B4-BE49-F238E27FC236}">
                <a16:creationId xmlns:a16="http://schemas.microsoft.com/office/drawing/2014/main" id="{2DCD5823-7BD9-4BAA-B168-2FC3E98C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114800"/>
            <a:ext cx="284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defPPr>
            <a:lvl1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1pPr>
            <a:lvl2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2pPr>
            <a:lvl3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3pPr>
            <a:lvl4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4pPr>
            <a:lvl5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5pPr>
            <a:lvl6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6pPr>
            <a:lvl7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7pPr>
            <a:lvl8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8pPr>
            <a:lvl9pPr algn="l"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Meet around a table.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Listen to local stories.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Make space for others.</a:t>
            </a:r>
          </a:p>
        </p:txBody>
      </p:sp>
      <p:sp>
        <p:nvSpPr>
          <p:cNvPr id="16" name="sample-3-16">
            <a:extLst xmlns:a="http://schemas.openxmlformats.org/drawingml/2006/main">
              <a:ext uri="{FF2B5EF4-FFF2-40B4-BE49-F238E27FC236}">
                <a16:creationId xmlns:a16="http://schemas.microsoft.com/office/drawing/2014/main" id="{B210312A-31BF-4992-B2E3-315FA0C0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88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74131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ED8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9B09C-189F-44DD-ABCF-9541A01420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c4c78bf2c46f5"/>
          <a:stretch xmlns:a="http://schemas.openxmlformats.org/drawingml/2006/main"/>
        </p:blipFill>
        <p:spPr>
          <a:xfrm xmlns:a="http://schemas.openxmlformats.org/drawingml/2006/main">
            <a:off x="3711575" y="-771525"/>
            <a:ext cx="9144000" cy="9144000"/>
          </a:xfrm>
          <a:prstGeom xmlns:a="http://schemas.openxmlformats.org/drawingml/2006/main" prst="rect">
            <a:avLst/>
          </a:prstGeom>
        </p:spPr>
      </p:pic>
      <p:sp>
        <p:nvSpPr>
          <p:cNvPr id="2" name="sample-4-2">
            <a:extLst xmlns:a="http://schemas.openxmlformats.org/drawingml/2006/main">
              <a:ext uri="{FF2B5EF4-FFF2-40B4-BE49-F238E27FC236}">
                <a16:creationId xmlns:a16="http://schemas.microsoft.com/office/drawing/2014/main" id="{EC59BE43-AD7E-4A2F-B451-207C9C78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B8">
              <a:alpha val="6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sample-4-3">
            <a:extLst xmlns:a="http://schemas.openxmlformats.org/drawingml/2006/main">
              <a:ext uri="{FF2B5EF4-FFF2-40B4-BE49-F238E27FC236}">
                <a16:creationId xmlns:a16="http://schemas.microsoft.com/office/drawing/2014/main" id="{59AB4ABF-3585-412D-8F00-6B012C8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11200"/>
            <a:ext cx="10033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defPPr>
            <a:lvl1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1pPr>
            <a:lvl2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2pPr>
            <a:lvl3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3pPr>
            <a:lvl4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4pPr>
            <a:lvl5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5pPr>
            <a:lvl6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6pPr>
            <a:lvl7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7pPr>
            <a:lvl8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8pPr>
            <a:lvl9pPr algn="l"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600" b="0">
                <a:solidFill>
                  <a:srgbClr val="5E5D5A"/>
                </a:solidFill>
                <a:latin typeface="Sen"/>
                <a:ea typeface="Sen"/>
                <a:cs typeface="Sen"/>
              </a:defRPr>
            </a:pPr>
            <a:r>
              <a:rPr sz="3600" b="0">
                <a:solidFill>
                  <a:srgbClr val="5E5D5A"/>
                </a:solidFill>
                <a:latin typeface="Sen"/>
                <a:ea typeface="Sen"/>
                <a:cs typeface="Sen"/>
              </a:rPr>
              <a:t>An illustrative annual plan</a:t>
            </a:r>
          </a:p>
        </p:txBody>
      </p:sp>
      <p:sp>
        <p:nvSpPr>
          <p:cNvPr id="4" name="sample-4-4">
            <a:extLst xmlns:a="http://schemas.openxmlformats.org/drawingml/2006/main">
              <a:ext uri="{FF2B5EF4-FFF2-40B4-BE49-F238E27FC236}">
                <a16:creationId xmlns:a16="http://schemas.microsoft.com/office/drawing/2014/main" id="{FA0CC98D-3194-42DA-B45E-6F9E7E20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4478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34A">
              <a:alpha val="100000"/>
            </a:srgbClr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AFBDE-0710-4FD7-89D7-75A39D3B63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24f4291184250"/>
          <a:stretch xmlns:a="http://schemas.openxmlformats.org/drawingml/2006/main"/>
        </p:blipFill>
        <p:spPr>
          <a:xfrm xmlns:a="http://schemas.openxmlformats.org/drawingml/2006/main">
            <a:off x="11172025" y="368821"/>
            <a:ext cx="662927" cy="662927"/>
          </a:xfrm>
          <a:prstGeom xmlns:a="http://schemas.openxmlformats.org/drawingml/2006/main" prst="rect">
            <a:avLst/>
          </a:prstGeom>
        </p:spPr>
      </p:pic>
      <p:sp>
        <p:nvSpPr>
          <p:cNvPr id="6" name="sample-4-6">
            <a:extLst xmlns:a="http://schemas.openxmlformats.org/drawingml/2006/main">
              <a:ext uri="{FF2B5EF4-FFF2-40B4-BE49-F238E27FC236}">
                <a16:creationId xmlns:a16="http://schemas.microsoft.com/office/drawing/2014/main" id="{062DA6BA-FCF3-448E-9D48-CCDFD243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33600"/>
            <a:ext cx="515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855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sample-4-7">
            <a:extLst xmlns:a="http://schemas.openxmlformats.org/drawingml/2006/main">
              <a:ext uri="{FF2B5EF4-FFF2-40B4-BE49-F238E27FC236}">
                <a16:creationId xmlns:a16="http://schemas.microsoft.com/office/drawing/2014/main" id="{8372D1B6-39B4-40C1-9409-0434A50D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3000"/>
            <a:ext cx="4648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defPPr>
            <a:lvl1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1pPr>
            <a:lvl2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2pPr>
            <a:lvl3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3pPr>
            <a:lvl4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4pPr>
            <a:lvl5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5pPr>
            <a:lvl6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6pPr>
            <a:lvl7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7pPr>
            <a:lvl8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8pPr>
            <a:lvl9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1200" b="1">
                <a:solidFill>
                  <a:srgbClr val="FFFFFF"/>
                </a:solidFill>
                <a:latin typeface="Sen"/>
                <a:ea typeface="Sen"/>
                <a:cs typeface="Sen"/>
              </a:rPr>
              <a:t>EXAMPLE BUDGET</a:t>
            </a:r>
          </a:p>
        </p:txBody>
      </p:sp>
      <p:sp>
        <p:nvSpPr>
          <p:cNvPr id="8" name="sample-4-8">
            <a:extLst xmlns:a="http://schemas.openxmlformats.org/drawingml/2006/main">
              <a:ext uri="{FF2B5EF4-FFF2-40B4-BE49-F238E27FC236}">
                <a16:creationId xmlns:a16="http://schemas.microsoft.com/office/drawing/2014/main" id="{9CD02478-FED5-4622-8446-3C6EC50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1000"/>
            <a:ext cx="46482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defPPr>
            <a:lvl1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1pPr>
            <a:lvl2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2pPr>
            <a:lvl3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3pPr>
            <a:lvl4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4pPr>
            <a:lvl5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5pPr>
            <a:lvl6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6pPr>
            <a:lvl7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7pPr>
            <a:lvl8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8pPr>
            <a:lvl9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2800" b="0">
                <a:solidFill>
                  <a:srgbClr val="FFFFFF"/>
                </a:solidFill>
                <a:latin typeface="Sen"/>
                <a:ea typeface="Sen"/>
                <a:cs typeface="Sen"/>
              </a:rPr>
              <a:t>$120,000</a:t>
            </a:r>
          </a:p>
        </p:txBody>
      </p:sp>
      <p:sp>
        <p:nvSpPr>
          <p:cNvPr id="9" name="sample-4-9">
            <a:extLst xmlns:a="http://schemas.openxmlformats.org/drawingml/2006/main">
              <a:ext uri="{FF2B5EF4-FFF2-40B4-BE49-F238E27FC236}">
                <a16:creationId xmlns:a16="http://schemas.microsoft.com/office/drawing/2014/main" id="{9F484044-9A0F-41A3-89AE-40C63BD9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3500"/>
            <a:ext cx="46482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 fictional annual allowance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for space, materials, and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shared coordination.</a:t>
            </a:r>
          </a:p>
        </p:txBody>
      </p:sp>
      <p:sp>
        <p:nvSpPr>
          <p:cNvPr id="10" name="sample-4-10">
            <a:extLst xmlns:a="http://schemas.openxmlformats.org/drawingml/2006/main">
              <a:ext uri="{FF2B5EF4-FFF2-40B4-BE49-F238E27FC236}">
                <a16:creationId xmlns:a16="http://schemas.microsoft.com/office/drawing/2014/main" id="{CE3C641C-80A1-47E9-8344-C7956F1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133600"/>
            <a:ext cx="515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855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sample-4-11">
            <a:extLst xmlns:a="http://schemas.openxmlformats.org/drawingml/2006/main">
              <a:ext uri="{FF2B5EF4-FFF2-40B4-BE49-F238E27FC236}">
                <a16:creationId xmlns:a16="http://schemas.microsoft.com/office/drawing/2014/main" id="{3C428F5F-E22A-471C-958D-B3D34855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3000"/>
            <a:ext cx="4648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defPPr>
            <a:lvl1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1pPr>
            <a:lvl2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2pPr>
            <a:lvl3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3pPr>
            <a:lvl4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4pPr>
            <a:lvl5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5pPr>
            <a:lvl6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6pPr>
            <a:lvl7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7pPr>
            <a:lvl8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8pPr>
            <a:lvl9pPr algn="l"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1200" b="1">
                <a:solidFill>
                  <a:srgbClr val="FFFFFF"/>
                </a:solidFill>
                <a:latin typeface="Sen"/>
                <a:ea typeface="Sen"/>
                <a:cs typeface="Sen"/>
              </a:rPr>
              <a:t>EXAMPLE CONTRIBUTION</a:t>
            </a:r>
          </a:p>
        </p:txBody>
      </p:sp>
      <p:sp>
        <p:nvSpPr>
          <p:cNvPr id="12" name="sample-4-12">
            <a:extLst xmlns:a="http://schemas.openxmlformats.org/drawingml/2006/main">
              <a:ext uri="{FF2B5EF4-FFF2-40B4-BE49-F238E27FC236}">
                <a16:creationId xmlns:a16="http://schemas.microsoft.com/office/drawing/2014/main" id="{00BE8597-50F0-4F7B-B236-1A25AADF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1000"/>
            <a:ext cx="46482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defPPr>
            <a:lvl1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1pPr>
            <a:lvl2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2pPr>
            <a:lvl3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3pPr>
            <a:lvl4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4pPr>
            <a:lvl5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5pPr>
            <a:lvl6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6pPr>
            <a:lvl7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7pPr>
            <a:lvl8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8pPr>
            <a:lvl9pPr algn="l"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8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2800" b="0">
                <a:solidFill>
                  <a:srgbClr val="FFFFFF"/>
                </a:solidFill>
                <a:latin typeface="Sen"/>
                <a:ea typeface="Sen"/>
                <a:cs typeface="Sen"/>
              </a:rPr>
              <a:t>$15,000</a:t>
            </a:r>
          </a:p>
        </p:txBody>
      </p:sp>
      <p:sp>
        <p:nvSpPr>
          <p:cNvPr id="13" name="sample-4-13">
            <a:extLst xmlns:a="http://schemas.openxmlformats.org/drawingml/2006/main">
              <a:ext uri="{FF2B5EF4-FFF2-40B4-BE49-F238E27FC236}">
                <a16:creationId xmlns:a16="http://schemas.microsoft.com/office/drawing/2014/main" id="{ED1E1BF0-805B-4341-A427-E8A121FF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73500"/>
            <a:ext cx="46482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 fictional contribution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toward workshops and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seasonal activities.</a:t>
            </a:r>
          </a:p>
        </p:txBody>
      </p:sp>
      <p:sp>
        <p:nvSpPr>
          <p:cNvPr id="14" name="sample-4-14">
            <a:extLst xmlns:a="http://schemas.openxmlformats.org/drawingml/2006/main">
              <a:ext uri="{FF2B5EF4-FFF2-40B4-BE49-F238E27FC236}">
                <a16:creationId xmlns:a16="http://schemas.microsoft.com/office/drawing/2014/main" id="{A196D602-631A-483A-BA91-DAE19F3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842000"/>
            <a:ext cx="10566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defPPr>
            <a:lvl1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1pPr>
            <a:lvl2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2pPr>
            <a:lvl3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3pPr>
            <a:lvl4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4pPr>
            <a:lvl5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5pPr>
            <a:lvl6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6pPr>
            <a:lvl7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7pPr>
            <a:lvl8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8pPr>
            <a:lvl9pPr algn="l"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Illustrative figures only; not Earthkind financial information.</a:t>
            </a:r>
          </a:p>
        </p:txBody>
      </p:sp>
      <p:sp>
        <p:nvSpPr>
          <p:cNvPr id="15" name="sample-4-15">
            <a:extLst xmlns:a="http://schemas.openxmlformats.org/drawingml/2006/main">
              <a:ext uri="{FF2B5EF4-FFF2-40B4-BE49-F238E27FC236}">
                <a16:creationId xmlns:a16="http://schemas.microsoft.com/office/drawing/2014/main" id="{AB5A9EF4-ACDD-4D86-83F2-497A19F8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88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defPPr>
            <a:lvl1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1pPr>
            <a:lvl2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2pPr>
            <a:lvl3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3pPr>
            <a:lvl4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4pPr>
            <a:lvl5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5pPr>
            <a:lvl6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6pPr>
            <a:lvl7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7pPr>
            <a:lvl8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8pPr>
            <a:lvl9pPr algn="ctr"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000" b="0">
                <a:solidFill>
                  <a:srgbClr val="5E5D5A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5E5D5A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19222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F1E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18E2D-4C51-4D61-B33E-6EACA64789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869f719c44df5"/>
          <a:stretch xmlns:a="http://schemas.openxmlformats.org/drawingml/2006/main"/>
        </p:blipFill>
        <p:spPr>
          <a:xfrm xmlns:a="http://schemas.openxmlformats.org/drawingml/2006/main">
            <a:off x="5536253" y="1252220"/>
            <a:ext cx="7568555" cy="8064500"/>
          </a:xfrm>
          <a:prstGeom xmlns:a="http://schemas.openxmlformats.org/drawingml/2006/main" prst="rect">
            <a:avLst/>
          </a:prstGeom>
        </p:spPr>
      </p:pic>
      <p:sp>
        <p:nvSpPr>
          <p:cNvPr id="2" name="sample-5-2">
            <a:extLst xmlns:a="http://schemas.openxmlformats.org/drawingml/2006/main">
              <a:ext uri="{FF2B5EF4-FFF2-40B4-BE49-F238E27FC236}">
                <a16:creationId xmlns:a16="http://schemas.microsoft.com/office/drawing/2014/main" id="{298BD186-1570-405E-B803-41D0D9E4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>
              <a:alpha val="81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F11BD-4D27-4443-BFCD-75121DE86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8625419e44411"/>
          <a:stretch xmlns:a="http://schemas.openxmlformats.org/drawingml/2006/main"/>
        </p:blipFill>
        <p:spPr>
          <a:xfrm xmlns:a="http://schemas.openxmlformats.org/drawingml/2006/main">
            <a:off x="11172025" y="368821"/>
            <a:ext cx="662927" cy="662927"/>
          </a:xfrm>
          <a:prstGeom xmlns:a="http://schemas.openxmlformats.org/drawingml/2006/main" prst="rect">
            <a:avLst/>
          </a:prstGeom>
        </p:spPr>
      </p:pic>
      <p:sp>
        <p:nvSpPr>
          <p:cNvPr id="4" name="sample-5-4">
            <a:extLst xmlns:a="http://schemas.openxmlformats.org/drawingml/2006/main">
              <a:ext uri="{FF2B5EF4-FFF2-40B4-BE49-F238E27FC236}">
                <a16:creationId xmlns:a16="http://schemas.microsoft.com/office/drawing/2014/main" id="{A8AC9E1E-F685-4320-960B-7C270166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00200"/>
            <a:ext cx="6096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defPPr>
            <a:lvl1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1pPr>
            <a:lvl2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2pPr>
            <a:lvl3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3pPr>
            <a:lvl4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4pPr>
            <a:lvl5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5pPr>
            <a:lvl6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6pPr>
            <a:lvl7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7pPr>
            <a:lvl8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8pPr>
            <a:lvl9pPr algn="l"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4800" b="0">
                <a:solidFill>
                  <a:srgbClr val="FFFFFF"/>
                </a:solidFill>
                <a:latin typeface="Sen"/>
                <a:ea typeface="Sen"/>
                <a:cs typeface="Sen"/>
              </a:rPr>
              <a:t>A conversation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800" b="0">
                <a:solidFill>
                  <a:srgbClr val="FFFFFF"/>
                </a:solidFill>
                <a:latin typeface="Sen"/>
                <a:ea typeface="Sen"/>
                <a:cs typeface="Sen"/>
              </a:defRPr>
            </a:pPr>
            <a:r>
              <a:rPr sz="4800" b="0">
                <a:solidFill>
                  <a:srgbClr val="FFFFFF"/>
                </a:solidFill>
                <a:latin typeface="Sen"/>
                <a:ea typeface="Sen"/>
                <a:cs typeface="Sen"/>
              </a:rPr>
              <a:t>starts here</a:t>
            </a:r>
          </a:p>
        </p:txBody>
      </p:sp>
      <p:sp>
        <p:nvSpPr>
          <p:cNvPr id="5" name="sample-5-5">
            <a:extLst xmlns:a="http://schemas.openxmlformats.org/drawingml/2006/main">
              <a:ext uri="{FF2B5EF4-FFF2-40B4-BE49-F238E27FC236}">
                <a16:creationId xmlns:a16="http://schemas.microsoft.com/office/drawing/2014/main" id="{A17DC9BE-6CB7-4076-8D95-031AC137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31216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34A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6" name="sample-5-6">
            <a:extLst xmlns:a="http://schemas.openxmlformats.org/drawingml/2006/main">
              <a:ext uri="{FF2B5EF4-FFF2-40B4-BE49-F238E27FC236}">
                <a16:creationId xmlns:a16="http://schemas.microsoft.com/office/drawing/2014/main" id="{90A68E8E-45D6-4A18-9592-17EF4E25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19500"/>
            <a:ext cx="5969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Bring an idea for a shared place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and imagine what comes next.</a:t>
            </a:r>
          </a:p>
        </p:txBody>
      </p:sp>
      <p:sp>
        <p:nvSpPr>
          <p:cNvPr id="7" name="sample-5-7">
            <a:extLst xmlns:a="http://schemas.openxmlformats.org/drawingml/2006/main">
              <a:ext uri="{FF2B5EF4-FFF2-40B4-BE49-F238E27FC236}">
                <a16:creationId xmlns:a16="http://schemas.microsoft.com/office/drawing/2014/main" id="{7C31FD40-EB78-4B10-86F6-181653DD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8387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defPPr>
            <a:lvl1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1pPr>
            <a:lvl2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2pPr>
            <a:lvl3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3pPr>
            <a:lvl4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4pPr>
            <a:lvl5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5pPr>
            <a:lvl6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6pPr>
            <a:lvl7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7pPr>
            <a:lvl8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8pPr>
            <a:lvl9pPr algn="l"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DED8B8"/>
                </a:solidFill>
                <a:latin typeface="Inter"/>
                <a:ea typeface="Inter"/>
                <a:cs typeface="Inter"/>
              </a:rPr>
              <a:t>Alex River and Sam Reed</a:t>
            </a:r>
          </a:p>
        </p:txBody>
      </p:sp>
      <p:sp>
        <p:nvSpPr>
          <p:cNvPr id="8" name="sample-5-8">
            <a:extLst xmlns:a="http://schemas.openxmlformats.org/drawingml/2006/main">
              <a:ext uri="{FF2B5EF4-FFF2-40B4-BE49-F238E27FC236}">
                <a16:creationId xmlns:a16="http://schemas.microsoft.com/office/drawing/2014/main" id="{5C907629-CE6B-4427-923B-93889957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321300"/>
            <a:ext cx="571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defPPr>
            <a:lvl1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1pPr>
            <a:lvl2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2pPr>
            <a:lvl3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3pPr>
            <a:lvl4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4pPr>
            <a:lvl5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5pPr>
            <a:lvl6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6pPr>
            <a:lvl7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7pPr>
            <a:lvl8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8pPr>
            <a:lvl9pPr algn="l"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00" b="0">
                <a:solidFill>
                  <a:srgbClr val="DED8B8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DED8B8"/>
                </a:solidFill>
                <a:latin typeface="Inter"/>
                <a:ea typeface="Inter"/>
                <a:cs typeface="Inter"/>
              </a:rPr>
              <a:t>Fictional example contacts</a:t>
            </a:r>
          </a:p>
        </p:txBody>
      </p:sp>
      <p:sp>
        <p:nvSpPr>
          <p:cNvPr id="9" name="sample-5-9">
            <a:extLst xmlns:a="http://schemas.openxmlformats.org/drawingml/2006/main">
              <a:ext uri="{FF2B5EF4-FFF2-40B4-BE49-F238E27FC236}">
                <a16:creationId xmlns:a16="http://schemas.microsoft.com/office/drawing/2014/main" id="{F34A02EF-1598-4821-9A2B-C04DFE09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854700"/>
            <a:ext cx="431800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DE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sample-5-10">
            <a:extLst xmlns:a="http://schemas.openxmlformats.org/drawingml/2006/main">
              <a:ext uri="{FF2B5EF4-FFF2-40B4-BE49-F238E27FC236}">
                <a16:creationId xmlns:a16="http://schemas.microsoft.com/office/drawing/2014/main" id="{419CEFD3-C739-4FA4-A0BC-709B79C0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5930900"/>
            <a:ext cx="40132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defPPr>
            <a:lvl1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1pPr>
            <a:lvl2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2pPr>
            <a:lvl3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3pPr>
            <a:lvl4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4pPr>
            <a:lvl5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5pPr>
            <a:lvl6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6pPr>
            <a:lvl7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7pPr>
            <a:lvl8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8pPr>
            <a:lvl9pPr algn="l"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 u="sng">
                <a:solidFill>
                  <a:srgbClr val="647855"/>
                </a:solidFill>
                <a:latin typeface="Inter"/>
                <a:ea typeface="Inter"/>
                <a:cs typeface="Inter"/>
              </a:defRPr>
            </a:pPr>
            <a:r>
              <a:rPr sz="1600" b="0" u="sng">
                <a:solidFill>
                  <a:srgbClr val="647855"/>
                </a:solidFill>
                <a:latin typeface="Inter"/>
                <a:ea typeface="Inter"/>
                <a:cs typeface="Inter"/>
                <a:hlinkClick xmlns:r="http://schemas.openxmlformats.org/officeDocument/2006/relationships" r:id="Rf9cec3b5bf5c41c3"/>
              </a:rPr>
              <a:t>hello@example.org</a:t>
            </a:r>
          </a:p>
        </p:txBody>
      </p:sp>
    </p:spTree>
    <p:extLst>
      <p:ext uri="{BB962C8B-B14F-4D97-AF65-F5344CB8AC3E}">
        <p14:creationId xmlns:p14="http://schemas.microsoft.com/office/powerpoint/2010/main" val="1823286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2026-10-16T21:55:58.5320000Z</dcterms:created>
  <dcterms:modified xsi:type="dcterms:W3CDTF">2026-10-16T21:55:58.5320000Z</dcterms:modified>
</coreProperties>
</file>